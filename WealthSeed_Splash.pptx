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pic>
        <p:nvPicPr>
          <p:cNvPr id="3" name="Image 0" descr="WealthSeed seedlin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WealthSeed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Investing made simple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next generation.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WealthSeed is a Flask web app that teaches young adults the fundamentals of investing through interactive tools, real market data, and bite-sized lessons — replacing intimidating jargon with hands-on learning.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852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Oiboh</a:t>
            </a:r>
            <a:endParaRPr lang="en-US" sz="10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 · Sprint 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92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49240" y="777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Interest Calculator</a:t>
            </a:r>
            <a:endParaRPr lang="en-US" sz="2200" dirty="0"/>
          </a:p>
        </p:txBody>
      </p:sp>
      <p:pic>
        <p:nvPicPr>
          <p:cNvPr id="12" name="Image 1" descr="Screenshot of the WealthSeed compound interest calcula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325880"/>
            <a:ext cx="6400800" cy="4480560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000000">
                <a:alpha val="18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53492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5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$1,000 + $100/month grows at 7% over 10 years.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49240" y="61996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6318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2160" y="6199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Calculator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498080" y="61996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63185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01000" y="6199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Lookup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46920" y="6199632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631850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149840" y="6199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Modules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WealthSeed — Splash Slide</dc:title>
  <dc:subject>PptxGenJS Presentation</dc:subject>
  <dc:creator>Osi Oiboh</dc:creator>
  <cp:lastModifiedBy>Osi Oiboh</cp:lastModifiedBy>
  <cp:revision>1</cp:revision>
  <dcterms:created xsi:type="dcterms:W3CDTF">2026-05-03T21:35:36Z</dcterms:created>
  <dcterms:modified xsi:type="dcterms:W3CDTF">2026-05-03T21:35:36Z</dcterms:modified>
</cp:coreProperties>
</file>